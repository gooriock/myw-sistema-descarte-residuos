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62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744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7200" spc="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itchFamily="18" charset="0"/>
              </a:rPr>
              <a:t>MYW</a:t>
            </a:r>
            <a:endParaRPr lang="pt-BR" sz="7200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Schoolbook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pt-BR" dirty="0" smtClean="0"/>
              <a:t>Sistema de auxílio para descarte e </a:t>
            </a:r>
            <a:r>
              <a:rPr lang="pt-BR" dirty="0" smtClean="0"/>
              <a:t>reuso </a:t>
            </a:r>
            <a:r>
              <a:rPr lang="pt-BR" dirty="0" smtClean="0"/>
              <a:t>de resíduos urbanos.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039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1287855-30D9-4F1A-97EA-D191108A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CDDF683-1881-4141-B6C9-509B4CC5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Informar e auxiliar</a:t>
            </a:r>
            <a:r>
              <a:rPr lang="pt-BR" sz="2400" dirty="0" smtClean="0"/>
              <a:t> pessoas </a:t>
            </a:r>
            <a:r>
              <a:rPr lang="pt-BR" sz="2400" dirty="0"/>
              <a:t>a como descartar os seus resíduos de forma correta, mostrando os locais corretos </a:t>
            </a:r>
            <a:r>
              <a:rPr lang="pt-BR" sz="2400" dirty="0" smtClean="0"/>
              <a:t>mais próximos de sua localidade para isso </a:t>
            </a:r>
            <a:r>
              <a:rPr lang="pt-BR" sz="2400" dirty="0"/>
              <a:t>e </a:t>
            </a:r>
            <a:r>
              <a:rPr lang="pt-BR" sz="2400" dirty="0" smtClean="0"/>
              <a:t>dando dicas práticas e úteis </a:t>
            </a:r>
            <a:r>
              <a:rPr lang="pt-BR" sz="2400" dirty="0"/>
              <a:t>de reutilização </a:t>
            </a:r>
            <a:r>
              <a:rPr lang="pt-BR" sz="2400" dirty="0" smtClean="0"/>
              <a:t>destes.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3379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2600955-9C79-4C7C-B711-4DA68889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74B56DA-416C-45FD-A7AA-1D81AE914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Mapeamento de locais para o descarte, mostrando o horário de  funcionamento e contado dos mesmos;</a:t>
            </a:r>
            <a:endParaRPr lang="pt-BR" dirty="0"/>
          </a:p>
          <a:p>
            <a:r>
              <a:rPr lang="pt-BR" dirty="0" smtClean="0"/>
              <a:t>Mostrar </a:t>
            </a:r>
            <a:r>
              <a:rPr lang="pt-BR" dirty="0"/>
              <a:t>formas simples de </a:t>
            </a:r>
            <a:r>
              <a:rPr lang="pt-BR" dirty="0" smtClean="0"/>
              <a:t>reciclar e reutilizar os resíduos </a:t>
            </a:r>
            <a:r>
              <a:rPr lang="pt-BR" dirty="0"/>
              <a:t>possíveis para se fazer em casa</a:t>
            </a:r>
            <a:r>
              <a:rPr lang="pt-BR" dirty="0" smtClean="0"/>
              <a:t>;</a:t>
            </a:r>
          </a:p>
          <a:p>
            <a:r>
              <a:rPr lang="pt-BR" dirty="0"/>
              <a:t>Vínculo com um aplicativo de mapa;</a:t>
            </a:r>
          </a:p>
          <a:p>
            <a:r>
              <a:rPr lang="pt-BR" dirty="0" smtClean="0"/>
              <a:t>Mostrar </a:t>
            </a:r>
            <a:r>
              <a:rPr lang="pt-BR" dirty="0"/>
              <a:t>horários e dias da coleta de lixo da </a:t>
            </a:r>
            <a:r>
              <a:rPr lang="pt-BR" dirty="0" smtClean="0"/>
              <a:t>prefeitura.</a:t>
            </a:r>
            <a:endParaRPr lang="pt-BR" dirty="0"/>
          </a:p>
          <a:p>
            <a:endParaRPr lang="pt-BR" u="sng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7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807" y="1142359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00BADA0-FF28-4E87-8787-B7DEAEED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Principais concorrentes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08E57C9-542F-489A-800F-D5927D963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676" y="2296357"/>
            <a:ext cx="9036423" cy="3508977"/>
          </a:xfrm>
        </p:spPr>
        <p:txBody>
          <a:bodyPr/>
          <a:lstStyle/>
          <a:p>
            <a:endParaRPr lang="pt-BR" smtClean="0"/>
          </a:p>
          <a:p>
            <a:r>
              <a:rPr lang="pt-BR" smtClean="0"/>
              <a:t>A VGRESÍSDUOS tem com objetivo auxiliar no descartes de vários tipos de resíduos;</a:t>
            </a:r>
          </a:p>
          <a:p>
            <a:r>
              <a:rPr lang="pt-BR" smtClean="0"/>
              <a:t>Seu software é especializado em gestão, compra e venda de resíduos;</a:t>
            </a:r>
          </a:p>
          <a:p>
            <a:r>
              <a:rPr lang="pt-BR" smtClean="0"/>
              <a:t>Sua atuação é mais voltada para empresas.</a:t>
            </a:r>
            <a:endParaRPr lang="pt-BR" dirty="0" smtClean="0"/>
          </a:p>
        </p:txBody>
      </p:sp>
      <p:sp>
        <p:nvSpPr>
          <p:cNvPr id="5" name="AutoShape 4" descr="data:image/jpeg;base64,/9j/4AAQSkZJRgABAQAAAQABAAD/2wCEAAkGBxMQEhASERIVFRUXEhAXFxgYFRYXFxUVFRcYFxUYFxgYHSggGBolGxUVITEhJSkrLi4uFx8zODMsNygtLisBCgoKDg0OGhAQGy0mHyUtLS0tLS0tKy0tLS0tLS0tLS0tLS0tLS0tLS0tLS0tLS0tLS0tLS0tLS0tLS0tLS0tLf/AABEIALcBEwMBEQACEQEDEQH/xAAbAAEAAgMBAQAAAAAAAAAAAAAAAQUDBgcEAv/EAEAQAAIBAgMEBgcGBQIHAAAAAAABAgMRBAUGEiExQQciUWFxkRMyUnKBobEUIzNCc8E0krLC0WKEFiRjdIKD4f/EABoBAQACAwEAAAAAAAAAAAAAAAAEBQECAwb/xAAsEQEAAgIBBAICAQMFAQEAAAAAAQIDEQQFEiExE0EiUWEUMjMVI0JxgeE0/9oADAMBAAIRAxEAPwDuIAAAAAAAAAAAAAAAAAAAAAAAAAAAAAAAAAAAAAAAAAAAAAAAAAAAAAAAAAAAAAAAAAAAAAAAAAAAAAAAAAAAAAAAAAAAAAAAAAAAAAAAAAAAAAAAAAAAAAAAAAAAAAAAAAAAAAAAAAAAAEXAXAXEhcCQAAAAAAAAAAAAAAAAAAAAAAAAAAAAAAAAAAQJYh4c0zalho7VaaiuXa33Lmb48V7z+Lll5FMcflLWa2vqd/u6Upd7aRPr029o8yqcvWaUnxG13p/PFi1JqDjs2vdpp+BEzcf4Z7dpvC50cmPEaXFjinx4SjDEAZAAAAAAAAAAAAAAAJAAAAAAAAAAAAAAAAAPlmJHKOkScnjWm7pU4bK5JPjb4l906sfHt5vqkzF9KOiTZ8+FJkh1HQ2H2cMnzlJv4cEUPOt/uPU9GpEYN/bYiGtYSGQAAAAAAAAAAAAAAABIAAAAAAAAAAAAAAAABDMDm3ShhLVqFXlKEoPxi7r5SfkXHTMniYUHV8fmLNUo8izt9vP29uu6dtGlCHZCP0PPcmJm0y9T0u8RTtW5GhbAAAAAAAAAAAAAAAAABIAAAAAAAAAAAAAAACGAAoNa5X9pws0leUOvHxindfFNokcPLGPJCFz8E5cfj3DlVDkejtMR/wCvHZNzbw2nA6idKUZdlrrtXYUuXHuZXXGyTjmJh0DLsfDEQU6crp8e1Pmn2Ffas1ny9BiyRkjcPWjDoAAAAAAAAAAAAAAAAJAAAAAAAAAAAAAAAAYMbi4UYOdSSjFcW+CMxWZ8Q1taKxuWnZp0n4KldQc6rV/Vju83uOtcFpRr8ulfSNG65lmWIqUlQVOnGk5Xcryb2opJ23Lc35GcmHsrtjFyvkv2qfV2RvD1XUgvu5u67Iy5oteJyIyUitvbz/U+JOK83r6aPmOLdKbT8V4M0yxNbHGtFqRKz0dntaOLowoyt6ScYyXFSXO67bcyPmrE12n8W1631Hp3VFcvQAAAAAAAAAAAAAAABIAAAAAAAAAAAAAAEMDTukvEWwypc5yXlEkcePy2gc20RTtcSx1G0ibXzCprP47l1Pokyx0vSTa6zgtruu+qvl8zny41SIdOmZZyci0x6iHQ8XhYVYShOKlFqzRApeaW3C8yYa5a6vHhy3W2h6ii5Uk5qN3H2kvZfb4lnTkxkjz7eevwsnFvMx5pKk6J8A6mYJyX4UJyfdLgjjyLfj4T+HTut4d1RAW4Y8iTIAAAAAAAAAAAAAAAAAAAAAAAAAAAAAfE5WTZmGt7dsbc+1hN1pNv1UrLw7SbgooOVn77dzTqOXRc9uW+3Bfuyxx4tKfk8uZrNaup6MwXo6G21vm7/wDit0f8/Eq+bfuvr9L/AKJx5xYe6fdl/KSW9uxEmYj2uZnXtWYjP8NB2daL7l1v6bnG2elPtxtyMceLSrcLmOAp1Z1oJRqTSUpKEldLhfcaTz8evMuNcuCs+PC2oZzQnwqx+Ls/ma15eCftIjPSXvjNPg7kit629S6b2+jdlIEASAAhAAJAAQBIEAAJAAAAAAAAAAAAD4lKyb7hr6YmY1tqeL6QMJC6jtzfdG3zfgTqdOzWiJ+kLJz8dVBj9eVKm6nTUV2t3fkTadP7fcqbldQtf0oq+OqVnepJv6eRMpjpX1HlT5Mk29rfTWVPE1EvyKzk+7s+JH5OeMdf5dun8O3JyfxHtuGotQQwMYwUXKbXVW9Rst29+W48ryuXGKe60e3r75IwVikOf5lnlbENupJteyt0V8CoydRvk9QrsmW9p8vnCty5Ef8Aq9+2nbt7vRtcUYteLejtmHopIjX8ex78HiZwfVk19PI5U5GbHO6S61yzX027Jce6sXtcUz0nS+bPJpM29rPBl76rKxaenZJkAAAAAAAAAAAAAAAAAAAAAAAAD5sYmN+WJ16cZ1rkbwuJm0vuqknKD5JvfKPnfzPRcPkfJj1M+nnefg7bbiFRRJcR+lTk8L3IMnqYqezBWjfrS5R/y+4jcjkRij+XTj8W3ItqI8ft1TKsuhh6ap01ZLi+cnzbPP5clstu6XreNx64KRWsIzXK6eJg6dWN1yfOL5NPkyNmxVyxqXW+Oto8uY53p2phZ2a2oN9Wdvk+xnnOXxL4Z3HpWZMFq2WeUZFWmk1Bpdr3GuPiZsn06UxzP02bC5DKK37PgSf9Jyx5iYSIwbV+Z5FKF5QW7muzwIufiZsceYR8vGmPMK2mVeWs/wDSLH8tp0zTtGUu128j0PQqf7drysuJXVV4X0ftKSZAAAAAAAAAAAAAAAAAAAAAAAAAgfR9vHmWW08RB06sVKL+Xeuxm+LLfHO4c8uGmSNWarR6OqUZ3dabhf1bJPwcuzwROt1K9o1pW/6TSb7mfH6bdg8HClFQpxUYrgkiBa02ncysseOuOO2sah6TV0QxrYx1YprrJNcd/DcaTEa/KGNRPmWKjjacnaM4t9iaZiuSnqGsXr9PSb+dt0NDUSf9qTM8i25KVO0W31ly8fEpuZ0quad08Iubjxb0tsLh1TjGK4JFpgw1w44pCRSvbGmZHWWYSZZAAAAAAAQBIAAB8VKsY8Wl4uxmImfUMTMR7RSrxl6sk/Bp/QTWY9wxF4n1L7bMNmGeLgnZzin4o3ilp+mlslazqWWM0964Gjf62xVsXTh684x96SX1NopafUS0m9Y9y+aOPpT9SpCXhKL+jMzjvHuJYjLSfUvRc0dGJ4qC/PHzRpOWke5azaIFioe3H+ZCMtJ+4O6v7ZVI2iYls+J1ox9ZpeLsa2vFZ8yxuPt8faoe3H+ZGJy1/cMd1Y+z7TD24/zIRkp+ybVn7Zbm+23rww1MdSi7SqQT7HJJ/U0nLSPtr3V/bJCqpb4tNdqdzaLVtHiWYnfpVamo1KlCVOlKEXPqtydls87d9t3xI/KibU1E620yxuPDFprIqOFh1NmU/wA01byXYjHF49MdfE7aYccRC4eJgtznG/iiROSkTqZdptEH2qHtx/mQ+Sn7hjvr+2RST4Gdxb0zH8JuZZYvtMOG3HzRrGSvrbXuhlubtnxOtGPrNLxdjFrRX2xM69phVjLg0/B3MRaJ9SRMS+mzZlhq4ynD15xj4yS+ppOSke5hrN4j7fVPEwl6soy8Gn9DMXrPqWYtE/bJc2DaDLzyzCknZ1IJ9m1G/wBTn81P3DTvr+2eM0+G82i0TG4lvExPpNzZjak1dlCxeGqU7dZLah3SW9EjjZvjyRLhycUZMcuY6FzV4TFxUt0Z/dz7nfqv4MuObhjJj3Hv2qOHlnHk1LruaY6NCjVqy9WEJS8bLcl3vgUVKTa0Vhd5LRWk2cWyrCSzDGJS41KjlN9keMv8HoMvx4cM/uFDitfNkj+W4a31dKjJ4XC2i4JKc1+V2Vox77ELh8Hvr8tvtN5fK7bfHX6azlelcXjl6X8r3qdSTvLw7US8nLw4fxiESnFyZvymXtr9HmLgrwdOT7IycX8O85x1HBfxaHWeFlp6lunR/TxEaFSGJ29qNRpbbu9m3J80VvN+Kb/h6T+JXJFNX9tDzqG1i667a815yseKz7tlmu/tFyd030tsw0XVo0pVVOMtlbTSunbm0ScnAyRXviXTJx7RXe3t0DndT0qw85OUXGTjfe4tcvA69N5Npt8ctuLknepfXSd6+G92r9Ymeqzbuq35cz40rMk0lPFUlVjUjFNyVmn+V2I/H4OTLTe3DHx7Xrva1wmhKkKlObqw6s4y4Pk0+0l4+m3raJ7naOJaJidvZr/OKlGMKVNuLmm5SXG3CyfI35/ItSvZDblZZrHbDXch0pPGU3V9JGKu1v6zuuLZA43DvniZmUenHtfztaZdpnFYWvRlGe1T247WzJpbN994vkSsXCzYrxMT4dqYslLRp6+kz8Kh78vob9VmfjhtzJmIZejb8Cr+p+xt020Ti8s8Wd08NN1Ir4vEL/qtfQq+Vuc81iUTN3TkmIXf/ANXZ2lVhwTSs0S69NyTG+52njX1vat9Pi8uq7Lk1zs23CS7r8vA4d+fi28y57vjny6RkWaxxVGNSO7ipL2ZLii9w56ZaxeFhS/fTcOVx/i/9x/cef7p/qN7+1Zu3yOyo9PX0tmn9Jf4FL9T9ir6pM/HGkXlzPZGmLoz/Dr+/H6GOmf45iWOJvXli1pqmUJOhQey1dTnzT7F895rzedNZ+PGxyM3nUKPL9K4nFL0j3J771G7vvIePg5ssd0yj48GS/mWPMcixOBtU3pe3Buy8TTJx82DzElsWTHHc27RmpXiL0qv4iV0/bj/AJLTg8z5I7Z9pfH5HfGp9qvpAzmoqiw8JOMVFOVnZyvyv2Efqee1Z7Yc+TlmPEPFlWi54ilGr6WK2ldK1/NnHDwb5aRbbni49rxva107kOKwmIhtS2qVpX2ZPZ4brxfAlcfjZMWTUz4dcWK+OzeC4Thox/LX+HHukTKPs+KdSCtCtea7p/nX0fxL/p2X5KdsqPm4vjybhk1Fqn7RgsNRT69/vf8A1u0fN2l8DHG40Y89rfX0Z+TNsUUbB0W5RsU54mS3z6sPcXHzf0IfUMvdfthK4OHtrNnP6UfS4pKp+fEda/8Aqn1r+bRa7muH8f0rdd2bVv271SgoxUUrJJJdyXA8zNty9FWNRtpOYdIsKVWpSdCb2JOLe1HfbmWOLp1r079oOXqNaT26XelNSLHxqSjTcNiUVvad7q/IjcnjfDMRM72kcbPGaJlzjOpWxVdriq82vFSPFZ/GedftAyTPfMvfmWqMVUg6U7QUlZ2g4trs3vmjvl5mbXbPpvfPeY1K66PcnV/tLkm7OMYrlfjtEvpmGN9+3bi44/u2+Ok718N7tX6xNer/APGTm+4U2T5pjaVNRw6exeT3U9re+O8i8fLyKV1T044r5Ir4XOUZxmE69GNSMthzSl93bd4k3j8jkWyRF4nTrS+Xuja61lkDxUIyp/iQvZcpJ8USOdxfmruvt35OLv8A+3P6dTE4Oe5zpS+T89zKaPnw+I8IMTek+23ac1o6ko0sQkm9ymuDfY1yLLidQte0UulYuVudS+ukz8Kh78vobdV/xwzy51Xyy9G34FX9T9jHS4j42eJERTw0/UP8ZX/W/dFdyf8A9U/9wiZN/LLrlD1Y+7H6Hpax4haVnw1LpJpR9DSk/WVSy8Gnf6Fb1Ssdm0XmRGnm6M5u2IjyvB/I5dLn8bQ14f8Abpqkf4v/AHH95AjxyN/yix/l8uyJnqKrfbT+kp/c0v1P2Kvqv+KEXmf2sfRt+DiPfX9Jp0zxis14cz2TMtOw0fSYqKnwlWW18Zb7lbWYtyP/AFE95duywjZKx6ePERpbx6YMxpKdKpGVrOEr37LGuasWpO2uSN1cm0vNxxVDZ9u3wZ5zjbryNQrMPjJ4bhrXTc67VairyStKPalwa71vLTncO+T8qJXJw93mGmYXMMTg5WjKdN33xktz+D/YqK5c2Hx60id+SkabxpfVyxElSrJRqPg16su7fwZb8Tn1yz229puDkd8as2y5Z7SdJYZa/rTJvteFnFLrx68Pejy+K3fElcTNOK8Si8vD8lJcdy3ASxFanRiutOaj4e034K7+B6HJlrjxTZRY8c3yRV3rBYWNGnCnBWjGKivBHl73m1u6ft6SlIrXTkmutPTwtedaCfoqknNNfkm3eUX2b96Ze8LkVvTst7UvMwWrfuqu8i6RoxhGGKpyukltw37SXbHjfwI+fpu7d2OfDvh6hqurwpdY51g8Sl9mobM3PalUcIxctz7N7JHFwZ6T+c+Efk5sN/7Y8ti6JF93if1If0kPqsxN4iErpkTFZmWuZp/GVf8AuX/WeCy+eT/7DS/+V0LVeTLEYeWyl6SEdqD53S3r4ouuXxa5MO49wn5sUWp4aZofNfQYhQk+pUtHwl+V/t8Ss4Gfsydk+kTjX7baladJ3r4b3an9p36v/wAZdOZ7hOktS4fDYaNKrJqSlN2UJPc3u3pG3D5mOmOK2ZwZa1p5XcNaYSTjFSldtJfdz4t2XIlR1HDNtQ7RnptOp9QPBSo9RTjLa2lez3c0+Hmbcrl/DMT9M5s3ZO3nqarwNaD9J2b4ypyb8Nyafmcrczj5I3LT5sVo8tAhSVWuo0Iu0qnUXNK+4pq1783+2gR+WT8W59JKtRw/vv8ApLPqf+KqZzPFIZujX8Cr+p+x06X/AI23E/sadqJ/85iP1m/KxU8mdciZ/lEzTrLLeYa3wkYrrTbSW5Qlx+O4uY6liiuk3+ppENP1Nn8sbOKjFqCb2Y8ZSb4trt7ir5XJnkTqqJnzfJ4iG76Lyh4ah11ac3tNeyuS8S44PH+LF59yl8fH2UaLqnATw2Km+ClPbg7bt7v8mU/Mw2xZu6ELPjmtu5s+X69pbCVaE4zS37K2k32rsLDF1Ok1/JKpzK68tc1VqJ4yUVGLjCN7J8W3zfYQeZyv6iYrX0jZ83yzqG56Ey6VDDXmmnUltWfFRslG/wAF8y06fhmmON/adx6arqWoavyaWGrOpFP0c5bUZL8sr70+8rObx7Yc3dWPCFnxzjvuF3lOvIqCjiIS2krbUd6l324pkrD1OIjVod8fMrrUvLqHWyqwlToRlFSVpTlududkv3NOV1DvrrG1y8rujVXzoHI5SmsRNWjG+xf80ub8F2jp/GnfyWa8XDO+6V5nuqfsmIjTnDapygnu3STu07cmuG7cTORzPgyRuNxKRfkRS2phhzDUuX1qbVTrXXqunLav3O25/E45OXxr0nf/ANa3z4rQ0vTNCU8VQUVwmpPuS43+hV8SvdmjthDw1mb7h2Gx6uFxD7MMIaDEwoct0tQoYieJgnty2tza2Y7XGy5EjJyb3pFJnxCPj41KXm8e19YjpLHXoRmnGcVJPimrpmYmYncMWrFo1LWMdoDB1HdRlB/6ZO3k9yJmPnZafaHfg4rTvT5wnR9g4O8ozn70t3kuIt1DNP2V4OKJ3ps+FwsKUVCnFRiuCSsiHa9rTuUuKRWNQpK+j8NOpKrJS2nPbfWdr3vwIE8DDNu7Xlynj0mdr/Z3WJmvGnbXjTXa2i8LKTnaabk5bptWd77uzeQZ6fimZnTj/TU3t7s30/SxXo/S7T2E0rStxtf6HXNxKZYiLfTa+Kt/au/4GwvZP+dnD/S8P6cv6TG+qeiMLFppTummuu+Kd0bV6dhj6ZjjY4na6x2XUq8dmrBSXeuHh2Ey+Gl41aHa1It7UFXQmGbunOPcpX+pAnpmLfpw/pabWmUaeoYbfTh1vae9+b4ErDxMeKd1h1phrX0yZzktLFxjGre0W2rO3HcZz8euaNWZyY65I1Z9ZPk9PCxlClezd3d33mcHHphjVWaUikahXYzR+Gq1J1Jqe1KTbtJpX8CPk4GK9ptMeZcrcalp3LCtD4Tsn/OzSOm4f0f0uNaZdkGHw++nTSfa9782ScXFxY/7YdK4qV9Qs9kkujzY7AU68dmrBSXf+xzyYq5I1ZrakW8S16toXDN3TnHuUv8AJAt0zFvxCPPFx7e3LdJ4ai1JQ2pLnJ3+R2xcDFT6b049K/S9sTXdjr4eM04zipJ8U1dM1tWLRqWJiJ9tcxWiMLN3SlDui93kyDbp2GZ3pHni4/0y4HRuFptNxc2vad15cDOLp+Gk70zXjUhsEKaSSSslwROiIj07xGo08WZ5PRxCtVpqXY+a+Jyy4KZY1aGt8dbRqVHPQeGvdOol2bX/AMIc9Nw/pw/paLvKslo4ZWpQtfi+Lfi2S8XHx4v7YdseKtPSxO7oAAIAAAAAeDyAAJAAQBJgDIgBYxsAJMiAAEgAAACDAkyAAxIARYyJAGPIixkSAAAAAAAAAgAgAEgAAAAAAAAAAAAAAAAAAAAAAAAAAAAAAAAAAMCAAAABIAAAAAAAAAAAAAAAAAAAAAAAAAAAAAAAAAAIAAAAACQAAAAAAAAAAAAAAAAAAAAAAAAAAAAAH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06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0DF2339-03D2-4B90-BDD0-6A04DAE9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MVP		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CF8827F-C1B6-4BFA-8526-DDF984D1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Classificação dos </a:t>
            </a:r>
            <a:r>
              <a:rPr lang="pt-BR" dirty="0"/>
              <a:t>tipos de resíduos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Mapeamento dos locais para o descarte;</a:t>
            </a:r>
          </a:p>
          <a:p>
            <a:r>
              <a:rPr lang="pt-BR" dirty="0"/>
              <a:t>Vínculo com um aplicativo de </a:t>
            </a:r>
            <a:r>
              <a:rPr lang="pt-BR" dirty="0" smtClean="0"/>
              <a:t>mapa.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773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160</Words>
  <Application>Microsoft Office PowerPoint</Application>
  <PresentationFormat>Personalizar</PresentationFormat>
  <Paragraphs>20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Austin</vt:lpstr>
      <vt:lpstr>MYW</vt:lpstr>
      <vt:lpstr>Objetivo</vt:lpstr>
      <vt:lpstr>Requisitos do sistema</vt:lpstr>
      <vt:lpstr>Principais concorrentes</vt:lpstr>
      <vt:lpstr>MVP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Santos</dc:creator>
  <cp:lastModifiedBy>Gilberto</cp:lastModifiedBy>
  <cp:revision>21</cp:revision>
  <dcterms:created xsi:type="dcterms:W3CDTF">2020-03-05T22:39:03Z</dcterms:created>
  <dcterms:modified xsi:type="dcterms:W3CDTF">2020-03-18T20:33:51Z</dcterms:modified>
</cp:coreProperties>
</file>